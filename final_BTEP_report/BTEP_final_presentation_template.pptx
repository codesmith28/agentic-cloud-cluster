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embeddedFontLst>
    <p:embeddedFont>
      <p:font typeface="Garamond"/>
      <p:regular r:id="rId19"/>
      <p:bold r:id="rId20"/>
      <p:italic r:id="rId21"/>
      <p:boldItalic r:id="rId22"/>
    </p:embeddedFont>
    <p:embeddedFont>
      <p:font typeface="Helvetica Neue"/>
      <p:regular r:id="rId23"/>
      <p:bold r:id="rId24"/>
      <p:italic r:id="rId25"/>
      <p:boldItalic r:id="rId26"/>
    </p:embeddedFont>
    <p:embeddedFont>
      <p:font typeface="Helvetica Neue Light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gwlFsngdafqtxpcGjteAXGwmPK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aramond-bold.fntdata"/><Relationship Id="rId22" Type="http://schemas.openxmlformats.org/officeDocument/2006/relationships/font" Target="fonts/Garamond-boldItalic.fntdata"/><Relationship Id="rId21" Type="http://schemas.openxmlformats.org/officeDocument/2006/relationships/font" Target="fonts/Garamond-italic.fntdata"/><Relationship Id="rId24" Type="http://schemas.openxmlformats.org/officeDocument/2006/relationships/font" Target="fonts/HelveticaNeue-bold.fntdata"/><Relationship Id="rId23" Type="http://schemas.openxmlformats.org/officeDocument/2006/relationships/font" Target="fonts/HelveticaNeue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HelveticaNeue-boldItalic.fntdata"/><Relationship Id="rId25" Type="http://schemas.openxmlformats.org/officeDocument/2006/relationships/font" Target="fonts/HelveticaNeue-italic.fntdata"/><Relationship Id="rId28" Type="http://schemas.openxmlformats.org/officeDocument/2006/relationships/font" Target="fonts/HelveticaNeueLight-bold.fntdata"/><Relationship Id="rId27" Type="http://schemas.openxmlformats.org/officeDocument/2006/relationships/font" Target="fonts/HelveticaNeueLight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HelveticaNeueLight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customschemas.google.com/relationships/presentationmetadata" Target="metadata"/><Relationship Id="rId30" Type="http://schemas.openxmlformats.org/officeDocument/2006/relationships/font" Target="fonts/HelveticaNeueLight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Garamond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x">
  <p:cSld name="TITLE_AND_BODY">
    <p:bg>
      <p:bgPr>
        <a:solidFill>
          <a:srgbClr val="801B19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oogle Shape;15;p16"/>
          <p:cNvGrpSpPr/>
          <p:nvPr/>
        </p:nvGrpSpPr>
        <p:grpSpPr>
          <a:xfrm>
            <a:off x="-4" y="6756398"/>
            <a:ext cx="12192008" cy="105499"/>
            <a:chOff x="-2" y="-1"/>
            <a:chExt cx="12192006" cy="105498"/>
          </a:xfrm>
        </p:grpSpPr>
        <p:pic>
          <p:nvPicPr>
            <p:cNvPr descr="Picture 8" id="16" name="Google Shape;16;p1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524000" y="0"/>
              <a:ext cx="9144002" cy="1016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0" id="17" name="Google Shape;17;p16"/>
            <p:cNvPicPr preferRelativeResize="0"/>
            <p:nvPr/>
          </p:nvPicPr>
          <p:blipFill rotWithShape="1">
            <a:blip r:embed="rId2">
              <a:alphaModFix/>
            </a:blip>
            <a:srcRect b="15584" l="0" r="71580" t="0"/>
            <a:stretch/>
          </p:blipFill>
          <p:spPr>
            <a:xfrm>
              <a:off x="-2" y="-1"/>
              <a:ext cx="2598720" cy="101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1" id="18" name="Google Shape;18;p16"/>
            <p:cNvPicPr preferRelativeResize="0"/>
            <p:nvPr/>
          </p:nvPicPr>
          <p:blipFill rotWithShape="1">
            <a:blip r:embed="rId2">
              <a:alphaModFix/>
            </a:blip>
            <a:srcRect b="15583" l="0" r="71580" t="0"/>
            <a:stretch/>
          </p:blipFill>
          <p:spPr>
            <a:xfrm>
              <a:off x="9593284" y="-1"/>
              <a:ext cx="2598720" cy="10549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Picture 4" id="19" name="Google Shape;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2931" y="1479396"/>
            <a:ext cx="4106139" cy="134772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6"/>
          <p:cNvSpPr txBox="1"/>
          <p:nvPr>
            <p:ph type="title"/>
          </p:nvPr>
        </p:nvSpPr>
        <p:spPr>
          <a:xfrm>
            <a:off x="844150" y="3874808"/>
            <a:ext cx="10515601" cy="835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Helvetica Neue"/>
              <a:buNone/>
              <a:defRPr sz="3400">
                <a:solidFill>
                  <a:schemeClr val="accent6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8463993" y="6221731"/>
            <a:ext cx="273607" cy="269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rgbClr val="EBEBEB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8" id="23" name="Google Shape;2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45775" y="6356351"/>
            <a:ext cx="1093084" cy="40727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7"/>
          <p:cNvSpPr txBox="1"/>
          <p:nvPr>
            <p:ph type="title"/>
          </p:nvPr>
        </p:nvSpPr>
        <p:spPr>
          <a:xfrm>
            <a:off x="2209800" y="437320"/>
            <a:ext cx="7772400" cy="21336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Garamond"/>
              <a:buNone/>
              <a:defRPr b="0" sz="48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1868555" y="2809461"/>
            <a:ext cx="8468141" cy="3233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aramond"/>
              <a:buNone/>
              <a:defRPr>
                <a:latin typeface="Garamond"/>
                <a:ea typeface="Garamond"/>
                <a:cs typeface="Garamond"/>
                <a:sym typeface="Garamond"/>
              </a:defRPr>
            </a:lvl1pPr>
            <a:lvl2pPr indent="-228600" lvl="1" marL="914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aramond"/>
              <a:buNone/>
              <a:defRPr>
                <a:latin typeface="Garamond"/>
                <a:ea typeface="Garamond"/>
                <a:cs typeface="Garamond"/>
                <a:sym typeface="Garamond"/>
              </a:defRPr>
            </a:lvl2pPr>
            <a:lvl3pPr indent="-228600" lvl="2" marL="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aramond"/>
              <a:buNone/>
              <a:defRPr>
                <a:latin typeface="Garamond"/>
                <a:ea typeface="Garamond"/>
                <a:cs typeface="Garamond"/>
                <a:sym typeface="Garamond"/>
              </a:defRPr>
            </a:lvl3pPr>
            <a:lvl4pPr indent="-228600" lvl="3" marL="18288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aramond"/>
              <a:buNone/>
              <a:defRPr>
                <a:latin typeface="Garamond"/>
                <a:ea typeface="Garamond"/>
                <a:cs typeface="Garamond"/>
                <a:sym typeface="Garamond"/>
              </a:defRPr>
            </a:lvl4pPr>
            <a:lvl5pPr indent="-228600" lvl="4" marL="22860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aramond"/>
              <a:buNone/>
              <a:defRPr>
                <a:latin typeface="Garamond"/>
                <a:ea typeface="Garamond"/>
                <a:cs typeface="Garamond"/>
                <a:sym typeface="Garamond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10244554" y="6414762"/>
            <a:ext cx="258622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80808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bg>
      <p:bgPr>
        <a:solidFill>
          <a:srgbClr val="EBEBEB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8" id="28" name="Google Shape;2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45775" y="6356351"/>
            <a:ext cx="1093084" cy="40727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18"/>
          <p:cNvSpPr txBox="1"/>
          <p:nvPr>
            <p:ph type="title"/>
          </p:nvPr>
        </p:nvSpPr>
        <p:spPr>
          <a:xfrm>
            <a:off x="1688823" y="126587"/>
            <a:ext cx="8814353" cy="748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Garamond"/>
              <a:buNone/>
              <a:defRPr b="0" sz="44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>
            <a:off x="1688823" y="1030493"/>
            <a:ext cx="8814353" cy="5211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2" type="sldNum"/>
          </p:nvPr>
        </p:nvSpPr>
        <p:spPr>
          <a:xfrm>
            <a:off x="10244554" y="6414762"/>
            <a:ext cx="258622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80808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 2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9"/>
          <p:cNvSpPr txBox="1"/>
          <p:nvPr>
            <p:ph type="title"/>
          </p:nvPr>
        </p:nvSpPr>
        <p:spPr>
          <a:xfrm>
            <a:off x="594303" y="266700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" type="body"/>
          </p:nvPr>
        </p:nvSpPr>
        <p:spPr>
          <a:xfrm>
            <a:off x="582425" y="1768949"/>
            <a:ext cx="10515602" cy="435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11080191" y="6338768"/>
            <a:ext cx="273608" cy="269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Section 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oogle Shape;37;p20"/>
          <p:cNvGrpSpPr/>
          <p:nvPr/>
        </p:nvGrpSpPr>
        <p:grpSpPr>
          <a:xfrm>
            <a:off x="-4" y="6756398"/>
            <a:ext cx="12192008" cy="105499"/>
            <a:chOff x="-2" y="-1"/>
            <a:chExt cx="12192006" cy="105498"/>
          </a:xfrm>
        </p:grpSpPr>
        <p:pic>
          <p:nvPicPr>
            <p:cNvPr descr="Picture 8" id="38" name="Google Shape;38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524000" y="0"/>
              <a:ext cx="9144002" cy="1016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0" id="39" name="Google Shape;39;p20"/>
            <p:cNvPicPr preferRelativeResize="0"/>
            <p:nvPr/>
          </p:nvPicPr>
          <p:blipFill rotWithShape="1">
            <a:blip r:embed="rId2">
              <a:alphaModFix/>
            </a:blip>
            <a:srcRect b="15584" l="0" r="71580" t="0"/>
            <a:stretch/>
          </p:blipFill>
          <p:spPr>
            <a:xfrm>
              <a:off x="-2" y="-1"/>
              <a:ext cx="2598720" cy="101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1" id="40" name="Google Shape;40;p20"/>
            <p:cNvPicPr preferRelativeResize="0"/>
            <p:nvPr/>
          </p:nvPicPr>
          <p:blipFill rotWithShape="1">
            <a:blip r:embed="rId2">
              <a:alphaModFix/>
            </a:blip>
            <a:srcRect b="15583" l="0" r="71580" t="0"/>
            <a:stretch/>
          </p:blipFill>
          <p:spPr>
            <a:xfrm>
              <a:off x="9593284" y="-1"/>
              <a:ext cx="2598720" cy="1054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" name="Google Shape;41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5400"/>
              <a:buFont typeface="Helvetica Neue"/>
              <a:buNone/>
              <a:defRPr sz="5400">
                <a:solidFill>
                  <a:srgbClr val="7D1916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831850" y="4589462"/>
            <a:ext cx="10515600" cy="1500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Picture 16" id="43" name="Google Shape;43;p20"/>
          <p:cNvPicPr preferRelativeResize="0"/>
          <p:nvPr/>
        </p:nvPicPr>
        <p:blipFill rotWithShape="1">
          <a:blip r:embed="rId3">
            <a:alphaModFix/>
          </a:blip>
          <a:srcRect b="38396" l="29654" r="29480" t="38311"/>
          <a:stretch/>
        </p:blipFill>
        <p:spPr>
          <a:xfrm>
            <a:off x="358812" y="6038946"/>
            <a:ext cx="1365815" cy="598992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11080191" y="6338768"/>
            <a:ext cx="273608" cy="269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21"/>
          <p:cNvGrpSpPr/>
          <p:nvPr/>
        </p:nvGrpSpPr>
        <p:grpSpPr>
          <a:xfrm>
            <a:off x="-4" y="6756398"/>
            <a:ext cx="12192008" cy="105499"/>
            <a:chOff x="-2" y="-1"/>
            <a:chExt cx="12192006" cy="105498"/>
          </a:xfrm>
        </p:grpSpPr>
        <p:pic>
          <p:nvPicPr>
            <p:cNvPr descr="Picture 8" id="47" name="Google Shape;47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524000" y="0"/>
              <a:ext cx="9144002" cy="1016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0" id="48" name="Google Shape;48;p21"/>
            <p:cNvPicPr preferRelativeResize="0"/>
            <p:nvPr/>
          </p:nvPicPr>
          <p:blipFill rotWithShape="1">
            <a:blip r:embed="rId2">
              <a:alphaModFix/>
            </a:blip>
            <a:srcRect b="15584" l="0" r="71580" t="0"/>
            <a:stretch/>
          </p:blipFill>
          <p:spPr>
            <a:xfrm>
              <a:off x="-2" y="-1"/>
              <a:ext cx="2598720" cy="101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1" id="49" name="Google Shape;49;p21"/>
            <p:cNvPicPr preferRelativeResize="0"/>
            <p:nvPr/>
          </p:nvPicPr>
          <p:blipFill rotWithShape="1">
            <a:blip r:embed="rId2">
              <a:alphaModFix/>
            </a:blip>
            <a:srcRect b="15583" l="0" r="71580" t="0"/>
            <a:stretch/>
          </p:blipFill>
          <p:spPr>
            <a:xfrm>
              <a:off x="9593284" y="-1"/>
              <a:ext cx="2598720" cy="1054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" name="Google Shape;5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Char char="•"/>
              <a:defRPr sz="2800"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Char char="•"/>
              <a:defRPr sz="2800"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Char char="•"/>
              <a:defRPr sz="2800"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Char char="•"/>
              <a:defRPr sz="2800"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Char char="•"/>
              <a:defRPr sz="28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Picture 12" id="52" name="Google Shape;52;p21"/>
          <p:cNvPicPr preferRelativeResize="0"/>
          <p:nvPr/>
        </p:nvPicPr>
        <p:blipFill rotWithShape="1">
          <a:blip r:embed="rId3">
            <a:alphaModFix/>
          </a:blip>
          <a:srcRect b="38396" l="29654" r="29480" t="38311"/>
          <a:stretch/>
        </p:blipFill>
        <p:spPr>
          <a:xfrm>
            <a:off x="358812" y="6038946"/>
            <a:ext cx="1365815" cy="59899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11080191" y="6338768"/>
            <a:ext cx="273608" cy="269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>
  <p:cSld name="Comparis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2"/>
          <p:cNvGrpSpPr/>
          <p:nvPr/>
        </p:nvGrpSpPr>
        <p:grpSpPr>
          <a:xfrm>
            <a:off x="-4" y="6756398"/>
            <a:ext cx="12192008" cy="105499"/>
            <a:chOff x="-2" y="-1"/>
            <a:chExt cx="12192006" cy="105498"/>
          </a:xfrm>
        </p:grpSpPr>
        <p:pic>
          <p:nvPicPr>
            <p:cNvPr descr="Picture 8" id="56" name="Google Shape;56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524000" y="0"/>
              <a:ext cx="9144002" cy="1016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0" id="57" name="Google Shape;57;p22"/>
            <p:cNvPicPr preferRelativeResize="0"/>
            <p:nvPr/>
          </p:nvPicPr>
          <p:blipFill rotWithShape="1">
            <a:blip r:embed="rId2">
              <a:alphaModFix/>
            </a:blip>
            <a:srcRect b="15584" l="0" r="71580" t="0"/>
            <a:stretch/>
          </p:blipFill>
          <p:spPr>
            <a:xfrm>
              <a:off x="-2" y="-1"/>
              <a:ext cx="2598720" cy="101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1" id="58" name="Google Shape;58;p22"/>
            <p:cNvPicPr preferRelativeResize="0"/>
            <p:nvPr/>
          </p:nvPicPr>
          <p:blipFill rotWithShape="1">
            <a:blip r:embed="rId2">
              <a:alphaModFix/>
            </a:blip>
            <a:srcRect b="15583" l="0" r="71580" t="0"/>
            <a:stretch/>
          </p:blipFill>
          <p:spPr>
            <a:xfrm>
              <a:off x="9593284" y="-1"/>
              <a:ext cx="2598720" cy="1054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" name="Google Shape;59;p22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" type="body"/>
          </p:nvPr>
        </p:nvSpPr>
        <p:spPr>
          <a:xfrm>
            <a:off x="839787" y="1681163"/>
            <a:ext cx="5157790" cy="8239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2" type="body"/>
          </p:nvPr>
        </p:nvSpPr>
        <p:spPr>
          <a:xfrm>
            <a:off x="6172200" y="1681163"/>
            <a:ext cx="5183188" cy="8239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Picture 8" id="62" name="Google Shape;62;p22"/>
          <p:cNvPicPr preferRelativeResize="0"/>
          <p:nvPr/>
        </p:nvPicPr>
        <p:blipFill rotWithShape="1">
          <a:blip r:embed="rId3">
            <a:alphaModFix/>
          </a:blip>
          <a:srcRect b="38396" l="29654" r="29480" t="38311"/>
          <a:stretch/>
        </p:blipFill>
        <p:spPr>
          <a:xfrm>
            <a:off x="358812" y="6038946"/>
            <a:ext cx="1365815" cy="59899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22"/>
          <p:cNvSpPr txBox="1"/>
          <p:nvPr>
            <p:ph idx="12" type="sldNum"/>
          </p:nvPr>
        </p:nvSpPr>
        <p:spPr>
          <a:xfrm>
            <a:off x="11080191" y="6338768"/>
            <a:ext cx="273608" cy="269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23"/>
          <p:cNvGrpSpPr/>
          <p:nvPr/>
        </p:nvGrpSpPr>
        <p:grpSpPr>
          <a:xfrm>
            <a:off x="-4" y="6756398"/>
            <a:ext cx="12192008" cy="105499"/>
            <a:chOff x="-2" y="-1"/>
            <a:chExt cx="12192006" cy="105498"/>
          </a:xfrm>
        </p:grpSpPr>
        <p:pic>
          <p:nvPicPr>
            <p:cNvPr descr="Picture 8" id="66" name="Google Shape;66;p2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524000" y="0"/>
              <a:ext cx="9144002" cy="1016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0" id="67" name="Google Shape;67;p23"/>
            <p:cNvPicPr preferRelativeResize="0"/>
            <p:nvPr/>
          </p:nvPicPr>
          <p:blipFill rotWithShape="1">
            <a:blip r:embed="rId2">
              <a:alphaModFix/>
            </a:blip>
            <a:srcRect b="15584" l="0" r="71580" t="0"/>
            <a:stretch/>
          </p:blipFill>
          <p:spPr>
            <a:xfrm>
              <a:off x="-2" y="-1"/>
              <a:ext cx="2598720" cy="101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1" id="68" name="Google Shape;68;p23"/>
            <p:cNvPicPr preferRelativeResize="0"/>
            <p:nvPr/>
          </p:nvPicPr>
          <p:blipFill rotWithShape="1">
            <a:blip r:embed="rId2">
              <a:alphaModFix/>
            </a:blip>
            <a:srcRect b="15583" l="0" r="71580" t="0"/>
            <a:stretch/>
          </p:blipFill>
          <p:spPr>
            <a:xfrm>
              <a:off x="9593284" y="-1"/>
              <a:ext cx="2598720" cy="1054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9" name="Google Shape;69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pic>
        <p:nvPicPr>
          <p:cNvPr descr="Picture 4" id="70" name="Google Shape;70;p23"/>
          <p:cNvPicPr preferRelativeResize="0"/>
          <p:nvPr/>
        </p:nvPicPr>
        <p:blipFill rotWithShape="1">
          <a:blip r:embed="rId3">
            <a:alphaModFix/>
          </a:blip>
          <a:srcRect b="38396" l="29654" r="29480" t="38311"/>
          <a:stretch/>
        </p:blipFill>
        <p:spPr>
          <a:xfrm>
            <a:off x="358812" y="6038946"/>
            <a:ext cx="1365815" cy="598992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3"/>
          <p:cNvSpPr txBox="1"/>
          <p:nvPr>
            <p:ph idx="12" type="sldNum"/>
          </p:nvPr>
        </p:nvSpPr>
        <p:spPr>
          <a:xfrm>
            <a:off x="11080191" y="6338768"/>
            <a:ext cx="273608" cy="269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73;p24"/>
          <p:cNvGrpSpPr/>
          <p:nvPr/>
        </p:nvGrpSpPr>
        <p:grpSpPr>
          <a:xfrm>
            <a:off x="-4" y="6756398"/>
            <a:ext cx="12192008" cy="105499"/>
            <a:chOff x="-2" y="-1"/>
            <a:chExt cx="12192006" cy="105498"/>
          </a:xfrm>
        </p:grpSpPr>
        <p:pic>
          <p:nvPicPr>
            <p:cNvPr descr="Picture 8" id="74" name="Google Shape;74;p2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524000" y="0"/>
              <a:ext cx="9144002" cy="1016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0" id="75" name="Google Shape;75;p24"/>
            <p:cNvPicPr preferRelativeResize="0"/>
            <p:nvPr/>
          </p:nvPicPr>
          <p:blipFill rotWithShape="1">
            <a:blip r:embed="rId2">
              <a:alphaModFix/>
            </a:blip>
            <a:srcRect b="15584" l="0" r="71580" t="0"/>
            <a:stretch/>
          </p:blipFill>
          <p:spPr>
            <a:xfrm>
              <a:off x="-2" y="-1"/>
              <a:ext cx="2598720" cy="101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1" id="76" name="Google Shape;76;p24"/>
            <p:cNvPicPr preferRelativeResize="0"/>
            <p:nvPr/>
          </p:nvPicPr>
          <p:blipFill rotWithShape="1">
            <a:blip r:embed="rId2">
              <a:alphaModFix/>
            </a:blip>
            <a:srcRect b="15583" l="0" r="71580" t="0"/>
            <a:stretch/>
          </p:blipFill>
          <p:spPr>
            <a:xfrm>
              <a:off x="9593284" y="-1"/>
              <a:ext cx="2598720" cy="10549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Picture 3" id="77" name="Google Shape;77;p24"/>
          <p:cNvPicPr preferRelativeResize="0"/>
          <p:nvPr/>
        </p:nvPicPr>
        <p:blipFill rotWithShape="1">
          <a:blip r:embed="rId3">
            <a:alphaModFix/>
          </a:blip>
          <a:srcRect b="38396" l="29654" r="29480" t="38311"/>
          <a:stretch/>
        </p:blipFill>
        <p:spPr>
          <a:xfrm>
            <a:off x="358812" y="6038946"/>
            <a:ext cx="1365815" cy="59899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11080191" y="6338768"/>
            <a:ext cx="273608" cy="269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>
  <p:cSld name="Content with Ca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25"/>
          <p:cNvGrpSpPr/>
          <p:nvPr/>
        </p:nvGrpSpPr>
        <p:grpSpPr>
          <a:xfrm>
            <a:off x="-4" y="6756398"/>
            <a:ext cx="12192008" cy="105499"/>
            <a:chOff x="-2" y="-1"/>
            <a:chExt cx="12192006" cy="105498"/>
          </a:xfrm>
        </p:grpSpPr>
        <p:pic>
          <p:nvPicPr>
            <p:cNvPr descr="Picture 8" id="81" name="Google Shape;81;p2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524000" y="0"/>
              <a:ext cx="9144002" cy="1016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0" id="82" name="Google Shape;82;p25"/>
            <p:cNvPicPr preferRelativeResize="0"/>
            <p:nvPr/>
          </p:nvPicPr>
          <p:blipFill rotWithShape="1">
            <a:blip r:embed="rId2">
              <a:alphaModFix/>
            </a:blip>
            <a:srcRect b="15584" l="0" r="71580" t="0"/>
            <a:stretch/>
          </p:blipFill>
          <p:spPr>
            <a:xfrm>
              <a:off x="-2" y="-1"/>
              <a:ext cx="2598720" cy="101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1" id="83" name="Google Shape;83;p25"/>
            <p:cNvPicPr preferRelativeResize="0"/>
            <p:nvPr/>
          </p:nvPicPr>
          <p:blipFill rotWithShape="1">
            <a:blip r:embed="rId2">
              <a:alphaModFix/>
            </a:blip>
            <a:srcRect b="15583" l="0" r="71580" t="0"/>
            <a:stretch/>
          </p:blipFill>
          <p:spPr>
            <a:xfrm>
              <a:off x="9593284" y="-1"/>
              <a:ext cx="2598720" cy="1054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4" name="Google Shape;84;p25"/>
          <p:cNvSpPr txBox="1"/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85" name="Google Shape;85;p25"/>
          <p:cNvSpPr txBox="1"/>
          <p:nvPr>
            <p:ph idx="1" type="body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Char char="•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Char char="•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Char char="•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Char char="•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Char char="•"/>
              <a:defRPr sz="32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25"/>
          <p:cNvSpPr txBox="1"/>
          <p:nvPr>
            <p:ph idx="2" type="body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Picture 6" id="87" name="Google Shape;87;p25"/>
          <p:cNvPicPr preferRelativeResize="0"/>
          <p:nvPr/>
        </p:nvPicPr>
        <p:blipFill rotWithShape="1">
          <a:blip r:embed="rId3">
            <a:alphaModFix/>
          </a:blip>
          <a:srcRect b="38396" l="29654" r="29480" t="38311"/>
          <a:stretch/>
        </p:blipFill>
        <p:spPr>
          <a:xfrm>
            <a:off x="358812" y="6038946"/>
            <a:ext cx="1365815" cy="59899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5"/>
          <p:cNvSpPr txBox="1"/>
          <p:nvPr>
            <p:ph idx="12" type="sldNum"/>
          </p:nvPr>
        </p:nvSpPr>
        <p:spPr>
          <a:xfrm>
            <a:off x="11080191" y="6338768"/>
            <a:ext cx="273608" cy="269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>
  <p:cSld name="Picture with Caption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26"/>
          <p:cNvGrpSpPr/>
          <p:nvPr/>
        </p:nvGrpSpPr>
        <p:grpSpPr>
          <a:xfrm>
            <a:off x="-4" y="6756398"/>
            <a:ext cx="12192008" cy="105499"/>
            <a:chOff x="-2" y="-1"/>
            <a:chExt cx="12192006" cy="105498"/>
          </a:xfrm>
        </p:grpSpPr>
        <p:pic>
          <p:nvPicPr>
            <p:cNvPr descr="Picture 8" id="91" name="Google Shape;91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524000" y="0"/>
              <a:ext cx="9144002" cy="1016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0" id="92" name="Google Shape;92;p26"/>
            <p:cNvPicPr preferRelativeResize="0"/>
            <p:nvPr/>
          </p:nvPicPr>
          <p:blipFill rotWithShape="1">
            <a:blip r:embed="rId2">
              <a:alphaModFix/>
            </a:blip>
            <a:srcRect b="15584" l="0" r="71580" t="0"/>
            <a:stretch/>
          </p:blipFill>
          <p:spPr>
            <a:xfrm>
              <a:off x="-2" y="-1"/>
              <a:ext cx="2598720" cy="101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1" id="93" name="Google Shape;93;p26"/>
            <p:cNvPicPr preferRelativeResize="0"/>
            <p:nvPr/>
          </p:nvPicPr>
          <p:blipFill rotWithShape="1">
            <a:blip r:embed="rId2">
              <a:alphaModFix/>
            </a:blip>
            <a:srcRect b="15583" l="0" r="71580" t="0"/>
            <a:stretch/>
          </p:blipFill>
          <p:spPr>
            <a:xfrm>
              <a:off x="9593284" y="-1"/>
              <a:ext cx="2598720" cy="1054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26"/>
          <p:cNvSpPr txBox="1"/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95" name="Google Shape;95;p26"/>
          <p:cNvSpPr/>
          <p:nvPr>
            <p:ph idx="2" type="pic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26"/>
          <p:cNvSpPr txBox="1"/>
          <p:nvPr>
            <p:ph idx="1" type="body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 Light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 Light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 Light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 Light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Picture 6" id="97" name="Google Shape;97;p26"/>
          <p:cNvPicPr preferRelativeResize="0"/>
          <p:nvPr/>
        </p:nvPicPr>
        <p:blipFill rotWithShape="1">
          <a:blip r:embed="rId3">
            <a:alphaModFix/>
          </a:blip>
          <a:srcRect b="38396" l="29654" r="29480" t="38311"/>
          <a:stretch/>
        </p:blipFill>
        <p:spPr>
          <a:xfrm>
            <a:off x="358812" y="6038946"/>
            <a:ext cx="1365815" cy="59899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6"/>
          <p:cNvSpPr txBox="1"/>
          <p:nvPr>
            <p:ph idx="12" type="sldNum"/>
          </p:nvPr>
        </p:nvSpPr>
        <p:spPr>
          <a:xfrm>
            <a:off x="11080191" y="6338768"/>
            <a:ext cx="273608" cy="269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sz="12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5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5"/>
          <p:cNvGrpSpPr/>
          <p:nvPr/>
        </p:nvGrpSpPr>
        <p:grpSpPr>
          <a:xfrm>
            <a:off x="-4" y="6756398"/>
            <a:ext cx="12192008" cy="105499"/>
            <a:chOff x="-2" y="-1"/>
            <a:chExt cx="12192006" cy="105498"/>
          </a:xfrm>
        </p:grpSpPr>
        <p:pic>
          <p:nvPicPr>
            <p:cNvPr descr="Picture 8" id="7" name="Google Shape;7;p15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1524000" y="0"/>
              <a:ext cx="9144002" cy="1016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0" id="8" name="Google Shape;8;p15"/>
            <p:cNvPicPr preferRelativeResize="0"/>
            <p:nvPr/>
          </p:nvPicPr>
          <p:blipFill rotWithShape="1">
            <a:blip r:embed="rId1">
              <a:alphaModFix/>
            </a:blip>
            <a:srcRect b="15584" l="0" r="71580" t="0"/>
            <a:stretch/>
          </p:blipFill>
          <p:spPr>
            <a:xfrm>
              <a:off x="-2" y="-1"/>
              <a:ext cx="2598720" cy="101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1" id="9" name="Google Shape;9;p15"/>
            <p:cNvPicPr preferRelativeResize="0"/>
            <p:nvPr/>
          </p:nvPicPr>
          <p:blipFill rotWithShape="1">
            <a:blip r:embed="rId1">
              <a:alphaModFix/>
            </a:blip>
            <a:srcRect b="15583" l="0" r="71580" t="0"/>
            <a:stretch/>
          </p:blipFill>
          <p:spPr>
            <a:xfrm>
              <a:off x="9593284" y="-1"/>
              <a:ext cx="2598720" cy="1054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" name="Google Shape;10;p15"/>
          <p:cNvSpPr txBox="1"/>
          <p:nvPr>
            <p:ph type="title"/>
          </p:nvPr>
        </p:nvSpPr>
        <p:spPr>
          <a:xfrm>
            <a:off x="594303" y="266700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582425" y="1768949"/>
            <a:ext cx="10515602" cy="435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pic>
        <p:nvPicPr>
          <p:cNvPr descr="Picture 16" id="12" name="Google Shape;12;p15"/>
          <p:cNvPicPr preferRelativeResize="0"/>
          <p:nvPr/>
        </p:nvPicPr>
        <p:blipFill rotWithShape="1">
          <a:blip r:embed="rId2">
            <a:alphaModFix/>
          </a:blip>
          <a:srcRect b="38396" l="29654" r="29480" t="38311"/>
          <a:stretch/>
        </p:blipFill>
        <p:spPr>
          <a:xfrm>
            <a:off x="358812" y="6038946"/>
            <a:ext cx="1365815" cy="598992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5"/>
          <p:cNvSpPr txBox="1"/>
          <p:nvPr>
            <p:ph idx="12" type="sldNum"/>
          </p:nvPr>
        </p:nvSpPr>
        <p:spPr>
          <a:xfrm>
            <a:off x="11080191" y="6338768"/>
            <a:ext cx="273608" cy="269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/>
          <p:nvPr>
            <p:ph type="title"/>
          </p:nvPr>
        </p:nvSpPr>
        <p:spPr>
          <a:xfrm>
            <a:off x="844150" y="3874808"/>
            <a:ext cx="10515601" cy="23380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Helvetica Neue"/>
              <a:buNone/>
            </a:pPr>
            <a:r>
              <a:rPr lang="en-US" sz="4400"/>
              <a:t>ENR497: B.Tech. Engg. Project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Helvetica Neue"/>
              <a:buNone/>
            </a:pPr>
            <a:r>
              <a:t/>
            </a:r>
            <a:endParaRPr sz="44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Helvetica Neue"/>
              <a:buNone/>
            </a:pPr>
            <a:r>
              <a:rPr lang="en-US" sz="2400"/>
              <a:t>School of Engineering &amp; Applied Science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Helvetica Neue"/>
              <a:buNone/>
            </a:pPr>
            <a:r>
              <a:t/>
            </a:r>
            <a:endParaRPr sz="24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Helvetica Neue"/>
              <a:buNone/>
            </a:pPr>
            <a:r>
              <a:rPr lang="en-US" sz="2400"/>
              <a:t>(Winter 2026)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 txBox="1"/>
          <p:nvPr/>
        </p:nvSpPr>
        <p:spPr>
          <a:xfrm>
            <a:off x="4598670" y="6414762"/>
            <a:ext cx="2994662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&lt;Student Name&gt;</a:t>
            </a:r>
            <a:endParaRPr/>
          </a:p>
        </p:txBody>
      </p:sp>
      <p:sp>
        <p:nvSpPr>
          <p:cNvPr id="109" name="Google Shape;109;p2"/>
          <p:cNvSpPr txBox="1"/>
          <p:nvPr>
            <p:ph type="title"/>
          </p:nvPr>
        </p:nvSpPr>
        <p:spPr>
          <a:xfrm>
            <a:off x="2209800" y="437320"/>
            <a:ext cx="7772400" cy="21336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Garamond"/>
              <a:buNone/>
            </a:pPr>
            <a:r>
              <a:rPr b="0" lang="en-US" sz="4800">
                <a:latin typeface="Garamond"/>
                <a:ea typeface="Garamond"/>
                <a:cs typeface="Garamond"/>
                <a:sym typeface="Garamond"/>
              </a:rPr>
              <a:t>Title of BTEP</a:t>
            </a:r>
            <a:endParaRPr/>
          </a:p>
        </p:txBody>
      </p:sp>
      <p:sp>
        <p:nvSpPr>
          <p:cNvPr id="110" name="Google Shape;110;p2"/>
          <p:cNvSpPr txBox="1"/>
          <p:nvPr>
            <p:ph idx="1" type="body"/>
          </p:nvPr>
        </p:nvSpPr>
        <p:spPr>
          <a:xfrm>
            <a:off x="1868557" y="2809461"/>
            <a:ext cx="8468139" cy="34171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aramond"/>
              <a:buNone/>
            </a:pPr>
            <a:r>
              <a:rPr lang="en-US">
                <a:latin typeface="Garamond"/>
                <a:ea typeface="Garamond"/>
                <a:cs typeface="Garamond"/>
                <a:sym typeface="Garamond"/>
              </a:rPr>
              <a:t>Name and Roll No. of Student:&lt;&gt;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aramond"/>
              <a:buNone/>
            </a:pPr>
            <a:r>
              <a:rPr lang="en-US">
                <a:latin typeface="Garamond"/>
                <a:ea typeface="Garamond"/>
                <a:cs typeface="Garamond"/>
                <a:sym typeface="Garamond"/>
              </a:rPr>
              <a:t>Name and Details of Industry:&lt;&gt;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aramond"/>
              <a:buNone/>
            </a:pPr>
            <a:r>
              <a:t/>
            </a:r>
            <a:endParaRPr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aramond"/>
              <a:buNone/>
            </a:pPr>
            <a:r>
              <a:rPr lang="en-US">
                <a:latin typeface="Garamond"/>
                <a:ea typeface="Garamond"/>
                <a:cs typeface="Garamond"/>
                <a:sym typeface="Garamond"/>
              </a:rPr>
              <a:t>Duration (pick one):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aramond"/>
              <a:buNone/>
            </a:pPr>
            <a:r>
              <a:rPr lang="en-US"/>
              <a:t>Start date of project (Dec 2023 or Jan 2024)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aramond"/>
              <a:buNone/>
            </a:pPr>
            <a:r>
              <a:rPr lang="en-US"/>
              <a:t>End date of project (April 2024 or May 2024)</a:t>
            </a:r>
            <a:endParaRPr/>
          </a:p>
        </p:txBody>
      </p:sp>
      <p:sp>
        <p:nvSpPr>
          <p:cNvPr id="111" name="Google Shape;111;p2"/>
          <p:cNvSpPr txBox="1"/>
          <p:nvPr>
            <p:ph idx="4294967295" type="sldNum"/>
          </p:nvPr>
        </p:nvSpPr>
        <p:spPr>
          <a:xfrm>
            <a:off x="10321793" y="6414761"/>
            <a:ext cx="181381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1734543" y="6414762"/>
            <a:ext cx="1965962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 txBox="1"/>
          <p:nvPr>
            <p:ph type="title"/>
          </p:nvPr>
        </p:nvSpPr>
        <p:spPr>
          <a:xfrm>
            <a:off x="1688824" y="126586"/>
            <a:ext cx="8814352" cy="748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Garamond"/>
              <a:buNone/>
            </a:pPr>
            <a:r>
              <a:rPr b="0" lang="en-US" sz="4400">
                <a:latin typeface="Garamond"/>
                <a:ea typeface="Garamond"/>
                <a:cs typeface="Garamond"/>
                <a:sym typeface="Garamond"/>
              </a:rPr>
              <a:t>Outline of Presentation</a:t>
            </a:r>
            <a:endParaRPr/>
          </a:p>
        </p:txBody>
      </p:sp>
      <p:sp>
        <p:nvSpPr>
          <p:cNvPr id="118" name="Google Shape;118;p3"/>
          <p:cNvSpPr txBox="1"/>
          <p:nvPr>
            <p:ph idx="1" type="body"/>
          </p:nvPr>
        </p:nvSpPr>
        <p:spPr>
          <a:xfrm>
            <a:off x="1688824" y="1030494"/>
            <a:ext cx="8814352" cy="5211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28600" lvl="0" marL="228600" rtl="0" algn="l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>
                <a:latin typeface="Garamond"/>
                <a:ea typeface="Garamond"/>
                <a:cs typeface="Garamond"/>
                <a:sym typeface="Garamond"/>
              </a:rPr>
              <a:t>Motivation (relevant to the project)</a:t>
            </a:r>
            <a:endParaRPr/>
          </a:p>
          <a:p>
            <a:pPr indent="-228600" lvl="0" marL="228600" rtl="0" algn="l">
              <a:lnSpc>
                <a:spcPct val="81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>
                <a:latin typeface="Garamond"/>
                <a:ea typeface="Garamond"/>
                <a:cs typeface="Garamond"/>
                <a:sym typeface="Garamond"/>
              </a:rPr>
              <a:t>Literature survey (relevant to the project)</a:t>
            </a:r>
            <a:endParaRPr/>
          </a:p>
          <a:p>
            <a:pPr indent="-228600" lvl="0" marL="228600" rtl="0" algn="l">
              <a:lnSpc>
                <a:spcPct val="81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>
                <a:latin typeface="Garamond"/>
                <a:ea typeface="Garamond"/>
                <a:cs typeface="Garamond"/>
                <a:sym typeface="Garamond"/>
              </a:rPr>
              <a:t>Overall objectives of the project</a:t>
            </a:r>
            <a:endParaRPr/>
          </a:p>
          <a:p>
            <a:pPr indent="-228600" lvl="0" marL="228600" rtl="0" algn="l">
              <a:lnSpc>
                <a:spcPct val="81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/>
              <a:t>Main o</a:t>
            </a:r>
            <a:r>
              <a:rPr lang="en-US" sz="2800">
                <a:latin typeface="Garamond"/>
                <a:ea typeface="Garamond"/>
                <a:cs typeface="Garamond"/>
                <a:sym typeface="Garamond"/>
              </a:rPr>
              <a:t>utcomes of the project</a:t>
            </a:r>
            <a:endParaRPr/>
          </a:p>
          <a:p>
            <a:pPr indent="-228600" lvl="0" marL="228600" rtl="0" algn="l">
              <a:lnSpc>
                <a:spcPct val="81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/>
              <a:t>M</a:t>
            </a:r>
            <a:r>
              <a:rPr lang="en-US" sz="2800">
                <a:latin typeface="Garamond"/>
                <a:ea typeface="Garamond"/>
                <a:cs typeface="Garamond"/>
                <a:sym typeface="Garamond"/>
              </a:rPr>
              <a:t>ethodology for implementing/completing the project</a:t>
            </a:r>
            <a:endParaRPr/>
          </a:p>
          <a:p>
            <a:pPr indent="-228600" lvl="0" marL="228600" rtl="0" algn="l">
              <a:lnSpc>
                <a:spcPct val="81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>
                <a:latin typeface="Garamond"/>
                <a:ea typeface="Garamond"/>
                <a:cs typeface="Garamond"/>
                <a:sym typeface="Garamond"/>
              </a:rPr>
              <a:t>Progress </a:t>
            </a:r>
            <a:r>
              <a:rPr lang="en-US"/>
              <a:t>and final results</a:t>
            </a:r>
            <a:endParaRPr/>
          </a:p>
          <a:p>
            <a:pPr indent="-228600" lvl="0" marL="228600" rtl="0" algn="l">
              <a:lnSpc>
                <a:spcPct val="81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>
                <a:latin typeface="Garamond"/>
                <a:ea typeface="Garamond"/>
                <a:cs typeface="Garamond"/>
                <a:sym typeface="Garamond"/>
              </a:rPr>
              <a:t>Novelty in the project / Your contributions in the project</a:t>
            </a:r>
            <a:endParaRPr sz="2800">
              <a:latin typeface="Garamond"/>
              <a:ea typeface="Garamond"/>
              <a:cs typeface="Garamond"/>
              <a:sym typeface="Garamond"/>
            </a:endParaRPr>
          </a:p>
          <a:p>
            <a:pPr indent="-228600" lvl="0" marL="228600" rtl="0" algn="l">
              <a:lnSpc>
                <a:spcPct val="81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>
                <a:solidFill>
                  <a:schemeClr val="dk1"/>
                </a:solidFill>
              </a:rPr>
              <a:t>Gantt chart for the project</a:t>
            </a:r>
            <a:endParaRPr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81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Garamond"/>
                <a:ea typeface="Garamond"/>
                <a:cs typeface="Garamond"/>
                <a:sym typeface="Garamond"/>
              </a:rPr>
              <a:t>Who will benefit from your wor</a:t>
            </a:r>
            <a:r>
              <a:rPr lang="en-US"/>
              <a:t>k</a:t>
            </a:r>
            <a:endParaRPr/>
          </a:p>
        </p:txBody>
      </p:sp>
      <p:sp>
        <p:nvSpPr>
          <p:cNvPr id="119" name="Google Shape;119;p3"/>
          <p:cNvSpPr txBox="1"/>
          <p:nvPr>
            <p:ph idx="4294967295" type="sldNum"/>
          </p:nvPr>
        </p:nvSpPr>
        <p:spPr>
          <a:xfrm>
            <a:off x="10321793" y="6414761"/>
            <a:ext cx="181381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1734543" y="6414762"/>
            <a:ext cx="1965962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 txBox="1"/>
          <p:nvPr>
            <p:ph type="title"/>
          </p:nvPr>
        </p:nvSpPr>
        <p:spPr>
          <a:xfrm>
            <a:off x="1688824" y="126586"/>
            <a:ext cx="8814352" cy="748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Garamond"/>
              <a:buNone/>
            </a:pPr>
            <a:r>
              <a:rPr b="0" lang="en-US" sz="4400">
                <a:latin typeface="Garamond"/>
                <a:ea typeface="Garamond"/>
                <a:cs typeface="Garamond"/>
                <a:sym typeface="Garamond"/>
              </a:rPr>
              <a:t>Motivation</a:t>
            </a:r>
            <a:endParaRPr/>
          </a:p>
        </p:txBody>
      </p:sp>
      <p:sp>
        <p:nvSpPr>
          <p:cNvPr id="126" name="Google Shape;126;p4"/>
          <p:cNvSpPr txBox="1"/>
          <p:nvPr>
            <p:ph idx="1" type="body"/>
          </p:nvPr>
        </p:nvSpPr>
        <p:spPr>
          <a:xfrm>
            <a:off x="1688824" y="1030494"/>
            <a:ext cx="8814352" cy="5211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>
                <a:latin typeface="Garamond"/>
                <a:ea typeface="Garamond"/>
                <a:cs typeface="Garamond"/>
                <a:sym typeface="Garamond"/>
              </a:rPr>
              <a:t>&lt;Technical reasons of why you selected this particular project&gt;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>
                <a:latin typeface="Garamond"/>
                <a:ea typeface="Garamond"/>
                <a:cs typeface="Garamond"/>
                <a:sym typeface="Garamond"/>
              </a:rPr>
              <a:t>&lt;Relevance to current trends in research and development&gt;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>
                <a:latin typeface="Garamond"/>
                <a:ea typeface="Garamond"/>
                <a:cs typeface="Garamond"/>
                <a:sym typeface="Garamond"/>
              </a:rPr>
              <a:t>&lt;Relevance to industry and market&gt;</a:t>
            </a:r>
            <a:endParaRPr/>
          </a:p>
        </p:txBody>
      </p:sp>
      <p:sp>
        <p:nvSpPr>
          <p:cNvPr id="127" name="Google Shape;127;p4"/>
          <p:cNvSpPr txBox="1"/>
          <p:nvPr/>
        </p:nvSpPr>
        <p:spPr>
          <a:xfrm>
            <a:off x="1734543" y="6414762"/>
            <a:ext cx="1965962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/>
          </a:p>
        </p:txBody>
      </p:sp>
      <p:sp>
        <p:nvSpPr>
          <p:cNvPr id="128" name="Google Shape;128;p4"/>
          <p:cNvSpPr txBox="1"/>
          <p:nvPr>
            <p:ph idx="4294967295" type="sldNum"/>
          </p:nvPr>
        </p:nvSpPr>
        <p:spPr>
          <a:xfrm>
            <a:off x="10321793" y="6414761"/>
            <a:ext cx="181381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/>
          <p:nvPr>
            <p:ph type="title"/>
          </p:nvPr>
        </p:nvSpPr>
        <p:spPr>
          <a:xfrm>
            <a:off x="1688824" y="126586"/>
            <a:ext cx="8814352" cy="748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Garamond"/>
              <a:buNone/>
            </a:pPr>
            <a:r>
              <a:rPr b="0" lang="en-US" sz="4400">
                <a:latin typeface="Garamond"/>
                <a:ea typeface="Garamond"/>
                <a:cs typeface="Garamond"/>
                <a:sym typeface="Garamond"/>
              </a:rPr>
              <a:t>Literature survey</a:t>
            </a:r>
            <a:endParaRPr/>
          </a:p>
        </p:txBody>
      </p:sp>
      <p:sp>
        <p:nvSpPr>
          <p:cNvPr id="134" name="Google Shape;134;p5"/>
          <p:cNvSpPr txBox="1"/>
          <p:nvPr>
            <p:ph idx="1" type="body"/>
          </p:nvPr>
        </p:nvSpPr>
        <p:spPr>
          <a:xfrm>
            <a:off x="1688824" y="1030494"/>
            <a:ext cx="8814352" cy="5211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>
                <a:latin typeface="Garamond"/>
                <a:ea typeface="Garamond"/>
                <a:cs typeface="Garamond"/>
                <a:sym typeface="Garamond"/>
              </a:rPr>
              <a:t>&lt;Survey of similar work already existing (done by others industry/researchers)&gt;</a:t>
            </a:r>
            <a:endParaRPr/>
          </a:p>
        </p:txBody>
      </p:sp>
      <p:sp>
        <p:nvSpPr>
          <p:cNvPr id="135" name="Google Shape;135;p5"/>
          <p:cNvSpPr txBox="1"/>
          <p:nvPr/>
        </p:nvSpPr>
        <p:spPr>
          <a:xfrm>
            <a:off x="1734543" y="6414762"/>
            <a:ext cx="1965962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/>
          </a:p>
        </p:txBody>
      </p:sp>
      <p:sp>
        <p:nvSpPr>
          <p:cNvPr id="136" name="Google Shape;136;p5"/>
          <p:cNvSpPr txBox="1"/>
          <p:nvPr>
            <p:ph idx="4294967295" type="sldNum"/>
          </p:nvPr>
        </p:nvSpPr>
        <p:spPr>
          <a:xfrm>
            <a:off x="10321793" y="6414761"/>
            <a:ext cx="181381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/>
          <p:nvPr>
            <p:ph type="title"/>
          </p:nvPr>
        </p:nvSpPr>
        <p:spPr>
          <a:xfrm>
            <a:off x="1688824" y="126586"/>
            <a:ext cx="8814352" cy="748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Garamond"/>
              <a:buNone/>
            </a:pPr>
            <a:r>
              <a:rPr b="0" lang="en-US" sz="4400">
                <a:latin typeface="Garamond"/>
                <a:ea typeface="Garamond"/>
                <a:cs typeface="Garamond"/>
                <a:sym typeface="Garamond"/>
              </a:rPr>
              <a:t>Relevant Tools and Technologies</a:t>
            </a:r>
            <a:endParaRPr/>
          </a:p>
        </p:txBody>
      </p:sp>
      <p:sp>
        <p:nvSpPr>
          <p:cNvPr id="142" name="Google Shape;142;p6"/>
          <p:cNvSpPr txBox="1"/>
          <p:nvPr>
            <p:ph idx="1" type="body"/>
          </p:nvPr>
        </p:nvSpPr>
        <p:spPr>
          <a:xfrm>
            <a:off x="1688824" y="1030494"/>
            <a:ext cx="8814352" cy="5211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>
                <a:latin typeface="Garamond"/>
                <a:ea typeface="Garamond"/>
                <a:cs typeface="Garamond"/>
                <a:sym typeface="Garamond"/>
              </a:rPr>
              <a:t>&lt;Survey of tools/techniques/technologies relevant to your project&gt;</a:t>
            </a:r>
            <a:endParaRPr/>
          </a:p>
        </p:txBody>
      </p:sp>
      <p:sp>
        <p:nvSpPr>
          <p:cNvPr id="143" name="Google Shape;143;p6"/>
          <p:cNvSpPr txBox="1"/>
          <p:nvPr/>
        </p:nvSpPr>
        <p:spPr>
          <a:xfrm>
            <a:off x="1734543" y="6414762"/>
            <a:ext cx="1965962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/>
          </a:p>
        </p:txBody>
      </p:sp>
      <p:sp>
        <p:nvSpPr>
          <p:cNvPr id="144" name="Google Shape;144;p6"/>
          <p:cNvSpPr txBox="1"/>
          <p:nvPr>
            <p:ph idx="4294967295" type="sldNum"/>
          </p:nvPr>
        </p:nvSpPr>
        <p:spPr>
          <a:xfrm>
            <a:off x="10321793" y="6414761"/>
            <a:ext cx="181381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 txBox="1"/>
          <p:nvPr>
            <p:ph type="title"/>
          </p:nvPr>
        </p:nvSpPr>
        <p:spPr>
          <a:xfrm>
            <a:off x="1688824" y="126586"/>
            <a:ext cx="8814352" cy="748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Garamond"/>
              <a:buNone/>
            </a:pPr>
            <a:r>
              <a:rPr b="0" lang="en-US" sz="4400">
                <a:latin typeface="Garamond"/>
                <a:ea typeface="Garamond"/>
                <a:cs typeface="Garamond"/>
                <a:sym typeface="Garamond"/>
              </a:rPr>
              <a:t>Objectives of the project</a:t>
            </a:r>
            <a:endParaRPr/>
          </a:p>
        </p:txBody>
      </p:sp>
      <p:sp>
        <p:nvSpPr>
          <p:cNvPr id="150" name="Google Shape;150;p7"/>
          <p:cNvSpPr txBox="1"/>
          <p:nvPr>
            <p:ph idx="1" type="body"/>
          </p:nvPr>
        </p:nvSpPr>
        <p:spPr>
          <a:xfrm>
            <a:off x="1688824" y="1030494"/>
            <a:ext cx="8814352" cy="5211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t/>
            </a:r>
            <a:endParaRPr sz="28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51" name="Google Shape;151;p7"/>
          <p:cNvSpPr txBox="1"/>
          <p:nvPr/>
        </p:nvSpPr>
        <p:spPr>
          <a:xfrm>
            <a:off x="1734543" y="6414762"/>
            <a:ext cx="1965962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/>
          </a:p>
        </p:txBody>
      </p:sp>
      <p:sp>
        <p:nvSpPr>
          <p:cNvPr id="152" name="Google Shape;152;p7"/>
          <p:cNvSpPr txBox="1"/>
          <p:nvPr>
            <p:ph idx="4294967295" type="sldNum"/>
          </p:nvPr>
        </p:nvSpPr>
        <p:spPr>
          <a:xfrm>
            <a:off x="10321793" y="6414761"/>
            <a:ext cx="181381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/>
          <p:nvPr>
            <p:ph type="title"/>
          </p:nvPr>
        </p:nvSpPr>
        <p:spPr>
          <a:xfrm>
            <a:off x="1688824" y="126586"/>
            <a:ext cx="8814352" cy="748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Garamond"/>
              <a:buNone/>
            </a:pPr>
            <a:r>
              <a:rPr b="0" lang="en-US" sz="4400">
                <a:latin typeface="Garamond"/>
                <a:ea typeface="Garamond"/>
                <a:cs typeface="Garamond"/>
                <a:sym typeface="Garamond"/>
              </a:rPr>
              <a:t>Project Outcomes</a:t>
            </a:r>
            <a:endParaRPr/>
          </a:p>
        </p:txBody>
      </p:sp>
      <p:sp>
        <p:nvSpPr>
          <p:cNvPr id="158" name="Google Shape;158;p8"/>
          <p:cNvSpPr txBox="1"/>
          <p:nvPr>
            <p:ph idx="1" type="body"/>
          </p:nvPr>
        </p:nvSpPr>
        <p:spPr>
          <a:xfrm>
            <a:off x="1688824" y="1030494"/>
            <a:ext cx="8814352" cy="5211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t/>
            </a:r>
            <a:endParaRPr sz="28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59" name="Google Shape;159;p8"/>
          <p:cNvSpPr txBox="1"/>
          <p:nvPr/>
        </p:nvSpPr>
        <p:spPr>
          <a:xfrm>
            <a:off x="1734543" y="6414762"/>
            <a:ext cx="1965962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/>
          </a:p>
        </p:txBody>
      </p:sp>
      <p:sp>
        <p:nvSpPr>
          <p:cNvPr id="160" name="Google Shape;160;p8"/>
          <p:cNvSpPr txBox="1"/>
          <p:nvPr>
            <p:ph idx="4294967295" type="sldNum"/>
          </p:nvPr>
        </p:nvSpPr>
        <p:spPr>
          <a:xfrm>
            <a:off x="10321793" y="6414761"/>
            <a:ext cx="181381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"/>
          <p:cNvSpPr txBox="1"/>
          <p:nvPr>
            <p:ph type="title"/>
          </p:nvPr>
        </p:nvSpPr>
        <p:spPr>
          <a:xfrm>
            <a:off x="1688824" y="126586"/>
            <a:ext cx="8814352" cy="748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Garamond"/>
              <a:buNone/>
            </a:pPr>
            <a:r>
              <a:rPr b="0" lang="en-US" sz="4400">
                <a:latin typeface="Garamond"/>
                <a:ea typeface="Garamond"/>
                <a:cs typeface="Garamond"/>
                <a:sym typeface="Garamond"/>
              </a:rPr>
              <a:t>Methodology</a:t>
            </a:r>
            <a:endParaRPr/>
          </a:p>
        </p:txBody>
      </p:sp>
      <p:sp>
        <p:nvSpPr>
          <p:cNvPr id="166" name="Google Shape;166;p9"/>
          <p:cNvSpPr txBox="1"/>
          <p:nvPr>
            <p:ph idx="1" type="body"/>
          </p:nvPr>
        </p:nvSpPr>
        <p:spPr>
          <a:xfrm>
            <a:off x="1688824" y="1030494"/>
            <a:ext cx="8814352" cy="5211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t/>
            </a:r>
            <a:endParaRPr sz="28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67" name="Google Shape;167;p9"/>
          <p:cNvSpPr txBox="1"/>
          <p:nvPr/>
        </p:nvSpPr>
        <p:spPr>
          <a:xfrm>
            <a:off x="1734543" y="6414762"/>
            <a:ext cx="1965962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/>
          </a:p>
        </p:txBody>
      </p:sp>
      <p:sp>
        <p:nvSpPr>
          <p:cNvPr id="168" name="Google Shape;168;p9"/>
          <p:cNvSpPr txBox="1"/>
          <p:nvPr>
            <p:ph idx="4294967295" type="sldNum"/>
          </p:nvPr>
        </p:nvSpPr>
        <p:spPr>
          <a:xfrm>
            <a:off x="10321793" y="6414761"/>
            <a:ext cx="181381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 txBox="1"/>
          <p:nvPr>
            <p:ph type="title"/>
          </p:nvPr>
        </p:nvSpPr>
        <p:spPr>
          <a:xfrm>
            <a:off x="1688824" y="126586"/>
            <a:ext cx="8814352" cy="748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6"/>
              <a:buFont typeface="Garamond"/>
              <a:buNone/>
            </a:pPr>
            <a:r>
              <a:rPr lang="en-US" sz="4356"/>
              <a:t>Results/Findings/Solution/Architecture</a:t>
            </a:r>
            <a:endParaRPr/>
          </a:p>
        </p:txBody>
      </p:sp>
      <p:sp>
        <p:nvSpPr>
          <p:cNvPr id="174" name="Google Shape;174;p10"/>
          <p:cNvSpPr txBox="1"/>
          <p:nvPr>
            <p:ph idx="1" type="body"/>
          </p:nvPr>
        </p:nvSpPr>
        <p:spPr>
          <a:xfrm>
            <a:off x="1688824" y="1030494"/>
            <a:ext cx="8814352" cy="5211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t/>
            </a:r>
            <a:endParaRPr sz="28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75" name="Google Shape;175;p10"/>
          <p:cNvSpPr txBox="1"/>
          <p:nvPr/>
        </p:nvSpPr>
        <p:spPr>
          <a:xfrm>
            <a:off x="1734543" y="6414762"/>
            <a:ext cx="1965962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/>
          </a:p>
        </p:txBody>
      </p:sp>
      <p:sp>
        <p:nvSpPr>
          <p:cNvPr id="176" name="Google Shape;176;p10"/>
          <p:cNvSpPr txBox="1"/>
          <p:nvPr>
            <p:ph idx="4294967295" type="sldNum"/>
          </p:nvPr>
        </p:nvSpPr>
        <p:spPr>
          <a:xfrm>
            <a:off x="10244552" y="6414761"/>
            <a:ext cx="258622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"/>
          <p:cNvSpPr txBox="1"/>
          <p:nvPr>
            <p:ph type="title"/>
          </p:nvPr>
        </p:nvSpPr>
        <p:spPr>
          <a:xfrm>
            <a:off x="1688824" y="126586"/>
            <a:ext cx="8814352" cy="748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Garamond"/>
              <a:buNone/>
            </a:pPr>
            <a:r>
              <a:rPr lang="en-US" sz="3000"/>
              <a:t>Novelty in the project / Your contributions in the project</a:t>
            </a:r>
            <a:endParaRPr/>
          </a:p>
        </p:txBody>
      </p:sp>
      <p:sp>
        <p:nvSpPr>
          <p:cNvPr id="182" name="Google Shape;182;p11"/>
          <p:cNvSpPr txBox="1"/>
          <p:nvPr>
            <p:ph idx="1" type="body"/>
          </p:nvPr>
        </p:nvSpPr>
        <p:spPr>
          <a:xfrm>
            <a:off x="1688824" y="1030494"/>
            <a:ext cx="8814352" cy="5211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t/>
            </a:r>
            <a:endParaRPr sz="28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83" name="Google Shape;183;p11"/>
          <p:cNvSpPr txBox="1"/>
          <p:nvPr/>
        </p:nvSpPr>
        <p:spPr>
          <a:xfrm>
            <a:off x="1734543" y="6414762"/>
            <a:ext cx="1965962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/>
          </a:p>
        </p:txBody>
      </p:sp>
      <p:sp>
        <p:nvSpPr>
          <p:cNvPr id="184" name="Google Shape;184;p11"/>
          <p:cNvSpPr txBox="1"/>
          <p:nvPr>
            <p:ph idx="4294967295" type="sldNum"/>
          </p:nvPr>
        </p:nvSpPr>
        <p:spPr>
          <a:xfrm>
            <a:off x="10244552" y="6414761"/>
            <a:ext cx="258622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/>
          <p:nvPr>
            <p:ph type="title"/>
          </p:nvPr>
        </p:nvSpPr>
        <p:spPr>
          <a:xfrm>
            <a:off x="1688824" y="126586"/>
            <a:ext cx="8814352" cy="748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Garamond"/>
              <a:buNone/>
            </a:pPr>
            <a:r>
              <a:rPr b="0" lang="en-US" sz="4400">
                <a:latin typeface="Garamond"/>
                <a:ea typeface="Garamond"/>
                <a:cs typeface="Garamond"/>
                <a:sym typeface="Garamond"/>
              </a:rPr>
              <a:t>Learning outcomes for you</a:t>
            </a:r>
            <a:endParaRPr/>
          </a:p>
        </p:txBody>
      </p:sp>
      <p:sp>
        <p:nvSpPr>
          <p:cNvPr id="190" name="Google Shape;190;p12"/>
          <p:cNvSpPr txBox="1"/>
          <p:nvPr>
            <p:ph idx="1" type="body"/>
          </p:nvPr>
        </p:nvSpPr>
        <p:spPr>
          <a:xfrm>
            <a:off x="1688824" y="1030494"/>
            <a:ext cx="8814352" cy="5211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t/>
            </a:r>
            <a:endParaRPr sz="28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91" name="Google Shape;191;p12"/>
          <p:cNvSpPr txBox="1"/>
          <p:nvPr/>
        </p:nvSpPr>
        <p:spPr>
          <a:xfrm>
            <a:off x="1734543" y="6414762"/>
            <a:ext cx="1965962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/>
          </a:p>
        </p:txBody>
      </p:sp>
      <p:sp>
        <p:nvSpPr>
          <p:cNvPr id="192" name="Google Shape;192;p12"/>
          <p:cNvSpPr txBox="1"/>
          <p:nvPr>
            <p:ph idx="4294967295" type="sldNum"/>
          </p:nvPr>
        </p:nvSpPr>
        <p:spPr>
          <a:xfrm>
            <a:off x="10244554" y="6414762"/>
            <a:ext cx="258622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"/>
          <p:cNvSpPr txBox="1"/>
          <p:nvPr>
            <p:ph type="title"/>
          </p:nvPr>
        </p:nvSpPr>
        <p:spPr>
          <a:xfrm>
            <a:off x="1688824" y="126586"/>
            <a:ext cx="8814352" cy="748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Garamond"/>
              <a:buNone/>
            </a:pPr>
            <a:r>
              <a:rPr lang="en-US" sz="3800"/>
              <a:t>Gantt chart</a:t>
            </a:r>
            <a:endParaRPr/>
          </a:p>
        </p:txBody>
      </p:sp>
      <p:sp>
        <p:nvSpPr>
          <p:cNvPr id="198" name="Google Shape;198;p13"/>
          <p:cNvSpPr txBox="1"/>
          <p:nvPr>
            <p:ph idx="1" type="body"/>
          </p:nvPr>
        </p:nvSpPr>
        <p:spPr>
          <a:xfrm>
            <a:off x="1688824" y="1030494"/>
            <a:ext cx="8814352" cy="5211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t/>
            </a:r>
            <a:endParaRPr sz="28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99" name="Google Shape;199;p13"/>
          <p:cNvSpPr txBox="1"/>
          <p:nvPr/>
        </p:nvSpPr>
        <p:spPr>
          <a:xfrm>
            <a:off x="1734543" y="6414762"/>
            <a:ext cx="1965962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/>
          </a:p>
        </p:txBody>
      </p:sp>
      <p:sp>
        <p:nvSpPr>
          <p:cNvPr id="200" name="Google Shape;200;p13"/>
          <p:cNvSpPr txBox="1"/>
          <p:nvPr>
            <p:ph idx="4294967295" type="sldNum"/>
          </p:nvPr>
        </p:nvSpPr>
        <p:spPr>
          <a:xfrm>
            <a:off x="10244552" y="6414761"/>
            <a:ext cx="258622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4"/>
          <p:cNvSpPr txBox="1"/>
          <p:nvPr>
            <p:ph type="title"/>
          </p:nvPr>
        </p:nvSpPr>
        <p:spPr>
          <a:xfrm>
            <a:off x="1688824" y="126586"/>
            <a:ext cx="8814352" cy="748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Garamond"/>
              <a:buNone/>
            </a:pPr>
            <a:r>
              <a:rPr b="0" lang="en-US" sz="4400">
                <a:latin typeface="Garamond"/>
                <a:ea typeface="Garamond"/>
                <a:cs typeface="Garamond"/>
                <a:sym typeface="Garamond"/>
              </a:rPr>
              <a:t>Who will benefit from your work</a:t>
            </a:r>
            <a:endParaRPr/>
          </a:p>
        </p:txBody>
      </p:sp>
      <p:sp>
        <p:nvSpPr>
          <p:cNvPr id="206" name="Google Shape;206;p14"/>
          <p:cNvSpPr txBox="1"/>
          <p:nvPr>
            <p:ph idx="1" type="body"/>
          </p:nvPr>
        </p:nvSpPr>
        <p:spPr>
          <a:xfrm>
            <a:off x="1688824" y="1030494"/>
            <a:ext cx="8814352" cy="5211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>
                <a:latin typeface="Garamond"/>
                <a:ea typeface="Garamond"/>
                <a:cs typeface="Garamond"/>
                <a:sym typeface="Garamond"/>
              </a:rPr>
              <a:t>&lt;Mention the industry/associations/research-groups/govt-departments that may benefit from your work&gt;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>
                <a:latin typeface="Garamond"/>
                <a:ea typeface="Garamond"/>
                <a:cs typeface="Garamond"/>
                <a:sym typeface="Garamond"/>
              </a:rPr>
              <a:t>&lt;Any societal benefits?&gt;</a:t>
            </a:r>
            <a:endParaRPr/>
          </a:p>
        </p:txBody>
      </p:sp>
      <p:sp>
        <p:nvSpPr>
          <p:cNvPr id="207" name="Google Shape;207;p14"/>
          <p:cNvSpPr txBox="1"/>
          <p:nvPr/>
        </p:nvSpPr>
        <p:spPr>
          <a:xfrm>
            <a:off x="1734543" y="6414762"/>
            <a:ext cx="1965962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/>
          </a:p>
        </p:txBody>
      </p:sp>
      <p:sp>
        <p:nvSpPr>
          <p:cNvPr id="208" name="Google Shape;208;p14"/>
          <p:cNvSpPr txBox="1"/>
          <p:nvPr>
            <p:ph idx="4294967295" type="sldNum"/>
          </p:nvPr>
        </p:nvSpPr>
        <p:spPr>
          <a:xfrm>
            <a:off x="10244552" y="6414761"/>
            <a:ext cx="258622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2F1EE"/>
      </a:lt1>
      <a:dk2>
        <a:srgbClr val="A7A7A7"/>
      </a:dk2>
      <a:lt2>
        <a:srgbClr val="535353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707070"/>
      </a:accent5>
      <a:accent6>
        <a:srgbClr val="FEFFFF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707070"/>
      </a:accent5>
      <a:accent6>
        <a:srgbClr val="FEFFFF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